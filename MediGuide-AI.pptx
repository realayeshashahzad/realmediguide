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image" Target="../media/image-5-12.png"/><Relationship Id="rId13" Type="http://schemas.openxmlformats.org/officeDocument/2006/relationships/image" Target="../media/image-5-13.svg"/><Relationship Id="rId14" Type="http://schemas.openxmlformats.org/officeDocument/2006/relationships/image" Target="../media/image-5-10.png"/><Relationship Id="rId15" Type="http://schemas.openxmlformats.org/officeDocument/2006/relationships/image" Target="../media/image-5-11.svg"/><Relationship Id="rId16" Type="http://schemas.openxmlformats.org/officeDocument/2006/relationships/image" Target="../media/image-5-16.png"/><Relationship Id="rId17" Type="http://schemas.openxmlformats.org/officeDocument/2006/relationships/image" Target="../media/image-5-17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40000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MediGuide AI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274120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Medical Symptom Assessment and Patient Guidance Assistant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3789164"/>
            <a:ext cx="3927575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46765" y="3845818"/>
            <a:ext cx="431035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AI-POWERED EDUCATIONAL HEALTHCARE ASSISTANT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233360" y="4170759"/>
            <a:ext cx="3345076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46765" y="4227413"/>
            <a:ext cx="372785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· STREAMLIT · LANGCHAIN · OPENAI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72891" y="4170759"/>
            <a:ext cx="2142476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86295" y="4227413"/>
            <a:ext cx="252525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BS-IT PROJECT PROTOTYPE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352848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MediGuide AI?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201" y="2156123"/>
            <a:ext cx="2175019" cy="332531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49205" y="2370534"/>
            <a:ext cx="164460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Educational AI Assistant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49205" y="3150096"/>
            <a:ext cx="1644609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Helps users understand basic symptoms and receive general health guidance in a clear, structured way.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7227" y="2156123"/>
            <a:ext cx="2175118" cy="332531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3231" y="2370534"/>
            <a:ext cx="16447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 a Replacement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313231" y="3150096"/>
            <a:ext cx="1644708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substitute professional medical consultation — always refers users to qualified doctors.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61353" y="2156123"/>
            <a:ext cx="2175118" cy="332531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7356" y="2370534"/>
            <a:ext cx="16447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Responsible AI Approach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677356" y="3150096"/>
            <a:ext cx="1644708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Demonstrates LLM applications in healthcare with proper safety guardrails built in from the ground up.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9072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064841"/>
            <a:ext cx="3053877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2260203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Symptom Confusion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2668885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struggle to understand basic symptoms without immediate professional guidance.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064841"/>
            <a:ext cx="3053976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99715" y="2260203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Information Overload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9715" y="2668885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health searches produce overwhelming, unstructured results that cause more anxiety than clarity.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262934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832" y="44582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Lack of Structure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4866977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accessible, easy-to-understand educational tools exist for everyday symptom awareness.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7719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Objectives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645866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723" y="2710755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Analyze Symptoms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75723" y="3119438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user-provided symptoms and generate clear, structured health guidance.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645866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28163" y="2710755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Responsible Assessment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828163" y="3119438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possible areas of concern responsibly, without overstepping into clinical diagnosis.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02298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75723" y="4167187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Guide Next Steps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275723" y="4575870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Suggest appropriate next steps and professional consultation when symptoms require attention.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102298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28163" y="4167187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Demonstrate LLM Integration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828163" y="4575870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Showcase practical integration of large language models into real-world healthcare applications.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9862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Technology Stack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80121"/>
            <a:ext cx="3518308" cy="351839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5661" y="1653679"/>
            <a:ext cx="3369583" cy="1959074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5320" y="1810941"/>
            <a:ext cx="270166" cy="270173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831138" y="2391172"/>
            <a:ext cx="295862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</a:t>
            </a:r>
            <a:endParaRPr lang="en-US" sz="1750" dirty="0"/>
          </a:p>
        </p:txBody>
      </p:sp>
      <p:sp>
        <p:nvSpPr>
          <p:cNvPr id="7" name="Text 2"/>
          <p:cNvSpPr/>
          <p:nvPr/>
        </p:nvSpPr>
        <p:spPr>
          <a:xfrm>
            <a:off x="4831138" y="2844304"/>
            <a:ext cx="295862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application logic and data processing pipeline.</a:t>
            </a:r>
            <a:endParaRPr lang="en-US" sz="14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66888" y="1653679"/>
            <a:ext cx="3369583" cy="1959074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16547" y="1810941"/>
            <a:ext cx="270166" cy="270173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8372365" y="2391172"/>
            <a:ext cx="295862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Streamlit</a:t>
            </a:r>
            <a:endParaRPr lang="en-US" sz="1750" dirty="0"/>
          </a:p>
        </p:txBody>
      </p:sp>
      <p:sp>
        <p:nvSpPr>
          <p:cNvPr id="11" name="Text 4"/>
          <p:cNvSpPr/>
          <p:nvPr/>
        </p:nvSpPr>
        <p:spPr>
          <a:xfrm>
            <a:off x="8372365" y="2844304"/>
            <a:ext cx="295862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Interactive, web-based user interface for seamless user experience.</a:t>
            </a:r>
            <a:endParaRPr lang="en-US" sz="14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25661" y="3784402"/>
            <a:ext cx="3369583" cy="2240558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75320" y="3941663"/>
            <a:ext cx="270166" cy="270173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4831138" y="4521895"/>
            <a:ext cx="295862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LangChain</a:t>
            </a:r>
            <a:endParaRPr lang="en-US" sz="1750" dirty="0"/>
          </a:p>
        </p:txBody>
      </p:sp>
      <p:sp>
        <p:nvSpPr>
          <p:cNvPr id="15" name="Text 6"/>
          <p:cNvSpPr/>
          <p:nvPr/>
        </p:nvSpPr>
        <p:spPr>
          <a:xfrm>
            <a:off x="4831138" y="4975027"/>
            <a:ext cx="295862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 application framework and intelligent prompt management.</a:t>
            </a:r>
            <a:endParaRPr lang="en-US" sz="140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66888" y="3784402"/>
            <a:ext cx="3369583" cy="2240558"/>
          </a:xfrm>
          <a:prstGeom prst="rect">
            <a:avLst/>
          </a:prstGeom>
        </p:spPr>
      </p:pic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716547" y="3941663"/>
            <a:ext cx="270166" cy="270173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8372365" y="4521895"/>
            <a:ext cx="295862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OpenAI API</a:t>
            </a:r>
            <a:endParaRPr lang="en-US" sz="1750" dirty="0"/>
          </a:p>
        </p:txBody>
      </p:sp>
      <p:sp>
        <p:nvSpPr>
          <p:cNvPr id="19" name="Text 8"/>
          <p:cNvSpPr/>
          <p:nvPr/>
        </p:nvSpPr>
        <p:spPr>
          <a:xfrm>
            <a:off x="8372365" y="4975027"/>
            <a:ext cx="2958629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language model for symptom analysis and response generation.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structured data flow ensures safe and accurate responses at every stage.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645" y="1076027"/>
            <a:ext cx="9696406" cy="52986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26245" y="3558773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Input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199678" y="3524298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Processing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28174" y="3535337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Medical Output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6759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MediGuide AI Works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57698"/>
            <a:ext cx="3527734" cy="35278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0601" y="1542852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620601" y="1819970"/>
            <a:ext cx="337761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3"/>
          <p:cNvSpPr/>
          <p:nvPr/>
        </p:nvSpPr>
        <p:spPr>
          <a:xfrm>
            <a:off x="4620601" y="1945184"/>
            <a:ext cx="337761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 Symptoms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620601" y="2377976"/>
            <a:ext cx="3377619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inputs symptoms via the Streamlit interface.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158851" y="1542852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158851" y="1819970"/>
            <a:ext cx="337761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7"/>
          <p:cNvSpPr/>
          <p:nvPr/>
        </p:nvSpPr>
        <p:spPr>
          <a:xfrm>
            <a:off x="8158851" y="1945184"/>
            <a:ext cx="337761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Validate Input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58851" y="2377976"/>
            <a:ext cx="3377619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 validates and collects all relevant information.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620601" y="3204865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620601" y="3481983"/>
            <a:ext cx="337761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1"/>
          <p:cNvSpPr/>
          <p:nvPr/>
        </p:nvSpPr>
        <p:spPr>
          <a:xfrm>
            <a:off x="4620601" y="3607197"/>
            <a:ext cx="337761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Prompt Engineering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620601" y="4039989"/>
            <a:ext cx="3377619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LangChain prepares an optimized prompt with safety guidelines embedded.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158851" y="3204865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158851" y="3481983"/>
            <a:ext cx="337761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5"/>
          <p:cNvSpPr/>
          <p:nvPr/>
        </p:nvSpPr>
        <p:spPr>
          <a:xfrm>
            <a:off x="8158851" y="3607197"/>
            <a:ext cx="337761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Processing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158851" y="4039989"/>
            <a:ext cx="3377619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OpenAI processes the request and generates a structured response.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620601" y="4866878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620601" y="5143996"/>
            <a:ext cx="691587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2" name="Text 19"/>
          <p:cNvSpPr/>
          <p:nvPr/>
        </p:nvSpPr>
        <p:spPr>
          <a:xfrm>
            <a:off x="4620601" y="5269210"/>
            <a:ext cx="691587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Deliver Guidance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620601" y="5702002"/>
            <a:ext cx="691587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receives clear guidance alongside a mandatory medical disclaimer.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6210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Features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30773"/>
            <a:ext cx="1473163" cy="910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677444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User-Friendly Interface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086126"/>
            <a:ext cx="2539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Streamlit design for easy navigation by any user.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530773"/>
            <a:ext cx="1473163" cy="9104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677444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AI-Powered Analysis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086126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LangChain and OpenAI deliver intelligent, context-aware symptom assessment.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530773"/>
            <a:ext cx="1473163" cy="9104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677444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Safety-First Design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086126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Built-in medical disclaimers and professional consultation prompts on every response.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530773"/>
            <a:ext cx="1473163" cy="9104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677444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Secure Configuration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086126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keys managed through environment variables — never hardcoded in source code.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9" y="489248"/>
            <a:ext cx="4409469" cy="58795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62992"/>
            <a:ext cx="6296860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Safety, Privacy &amp; Limitations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5233360" y="1479947"/>
            <a:ext cx="6296860" cy="829469"/>
          </a:xfrm>
          <a:prstGeom prst="roundRect">
            <a:avLst>
              <a:gd name="adj" fmla="val 8225"/>
            </a:avLst>
          </a:prstGeom>
          <a:solidFill>
            <a:srgbClr val="FCF2B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778" y="1682948"/>
            <a:ext cx="202996" cy="1624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61191" y="1660029"/>
            <a:ext cx="5606612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MediGuide AI is NOT a doctor.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It cannot diagnose medical conditions. Always consult a qualified healthcare professional for serious health concerns.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233360" y="2466380"/>
            <a:ext cx="6296860" cy="3628628"/>
          </a:xfrm>
          <a:prstGeom prst="roundRect">
            <a:avLst>
              <a:gd name="adj" fmla="val 188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239710" y="2472730"/>
            <a:ext cx="6284160" cy="903982"/>
          </a:xfrm>
          <a:custGeom>
            <a:avLst/>
            <a:gdLst/>
            <a:ahLst/>
            <a:cxnLst/>
            <a:rect l="l" t="t" r="r" b="b"/>
            <a:pathLst>
              <a:path w="6284160" h="903982">
                <a:moveTo>
                  <a:pt x="56853" y="0"/>
                </a:moveTo>
                <a:lnTo>
                  <a:pt x="6227307" y="0"/>
                </a:lnTo>
                <a:arcTo hR="56855" wR="56853" stAng="16200000" swAng="5400000"/>
                <a:lnTo>
                  <a:pt x="6284160" y="903982"/>
                </a:lnTo>
                <a:lnTo>
                  <a:pt x="0" y="903982"/>
                </a:lnTo>
                <a:lnTo>
                  <a:pt x="0" y="56855"/>
                </a:lnTo>
                <a:arcTo hR="56855" wR="56853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0" name="Text 6"/>
          <p:cNvSpPr/>
          <p:nvPr/>
        </p:nvSpPr>
        <p:spPr>
          <a:xfrm>
            <a:off x="5402127" y="2635151"/>
            <a:ext cx="59593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Educational Only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5402127" y="2972693"/>
            <a:ext cx="59593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general information — not clinical medical advice of any kind.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239710" y="3376712"/>
            <a:ext cx="6284160" cy="903982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3" name="Shape 9"/>
          <p:cNvSpPr/>
          <p:nvPr/>
        </p:nvSpPr>
        <p:spPr>
          <a:xfrm>
            <a:off x="5239710" y="3376712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4" name="Text 10"/>
          <p:cNvSpPr/>
          <p:nvPr/>
        </p:nvSpPr>
        <p:spPr>
          <a:xfrm>
            <a:off x="5402127" y="3539133"/>
            <a:ext cx="59593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Limitations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5402127" y="3876675"/>
            <a:ext cx="59593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Responses may be incomplete or require human verification. AI is not infallible.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239710" y="4280694"/>
            <a:ext cx="6284160" cy="903982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7" name="Shape 13"/>
          <p:cNvSpPr/>
          <p:nvPr/>
        </p:nvSpPr>
        <p:spPr>
          <a:xfrm>
            <a:off x="5239710" y="4280694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8" name="Text 14"/>
          <p:cNvSpPr/>
          <p:nvPr/>
        </p:nvSpPr>
        <p:spPr>
          <a:xfrm>
            <a:off x="5402127" y="4443115"/>
            <a:ext cx="59593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Consult Professionals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5402127" y="4780657"/>
            <a:ext cx="59593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Seek qualified healthcare providers for any serious or urgent health concern.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239710" y="5184676"/>
            <a:ext cx="6284160" cy="903982"/>
          </a:xfrm>
          <a:custGeom>
            <a:avLst/>
            <a:gdLst/>
            <a:ahLst/>
            <a:cxnLst/>
            <a:rect l="l" t="t" r="r" b="b"/>
            <a:pathLst>
              <a:path w="6284160" h="903982">
                <a:moveTo>
                  <a:pt x="0" y="0"/>
                </a:moveTo>
                <a:lnTo>
                  <a:pt x="6284160" y="0"/>
                </a:lnTo>
                <a:lnTo>
                  <a:pt x="6284160" y="847127"/>
                </a:lnTo>
                <a:arcTo hR="56855" wR="56853" stAng="0" swAng="5400000"/>
                <a:lnTo>
                  <a:pt x="56853" y="903982"/>
                </a:lnTo>
                <a:arcTo hR="56855" wR="56853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21" name="Shape 17"/>
          <p:cNvSpPr/>
          <p:nvPr/>
        </p:nvSpPr>
        <p:spPr>
          <a:xfrm>
            <a:off x="5239710" y="5184676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22" name="Text 18"/>
          <p:cNvSpPr/>
          <p:nvPr/>
        </p:nvSpPr>
        <p:spPr>
          <a:xfrm>
            <a:off x="5402127" y="5347097"/>
            <a:ext cx="59593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API Security</a:t>
            </a:r>
            <a:endParaRPr lang="en-US" sz="1550" dirty="0"/>
          </a:p>
        </p:txBody>
      </p:sp>
      <p:sp>
        <p:nvSpPr>
          <p:cNvPr id="23" name="Text 19"/>
          <p:cNvSpPr/>
          <p:nvPr/>
        </p:nvSpPr>
        <p:spPr>
          <a:xfrm>
            <a:off x="5402127" y="5684639"/>
            <a:ext cx="59593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environment variables exclusively. Never hardcode API keys in your codebase.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31280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453356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 &amp; Next Steps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233017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MediGuide AI demonstrates how modern AI tools can be applied responsibly in healthcare education — combining LLM power with essential safety guardrails.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050480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B6FCB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3337223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3267770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foundation for learning responsible AI — built by students, for students.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275723" y="5025727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Responsible AI in Healthcare Education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1275723" y="5434409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practical, real-world example of safe LLM integration for BS-IT students.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828163" y="5025727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Enhancements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6828163" y="5434409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Multi-language support and an expanded medical knowledge base are planned next steps.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2026-08-28T04:41:36Z</dcterms:created>
  <dcterms:modified xsi:type="dcterms:W3CDTF">2026-08-28T04:41:36Z</dcterms:modified>
</cp:coreProperties>
</file>